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4"/>
  </p:notesMasterIdLst>
  <p:sldIdLst>
    <p:sldId id="2153" r:id="rId2"/>
    <p:sldId id="2154" r:id="rId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 xmlns="">
        <p14:section name="Раздел по умолчанию" id="{2B963D8A-566A-4872-B1BD-E8E3A8D0EC3F}">
          <p14:sldIdLst>
            <p14:sldId id="2153"/>
            <p14:sldId id="2154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3939F5"/>
    <a:srgbClr val="CEE1F2"/>
    <a:srgbClr val="FDF703"/>
    <a:srgbClr val="641BB5"/>
    <a:srgbClr val="CC00CC"/>
    <a:srgbClr val="D89430"/>
    <a:srgbClr val="000000"/>
    <a:srgbClr val="A9CBE9"/>
    <a:srgbClr val="C0EAC8"/>
    <a:srgbClr val="92DAA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61" autoAdjust="0"/>
    <p:restoredTop sz="68889" autoAdjust="0"/>
  </p:normalViewPr>
  <p:slideViewPr>
    <p:cSldViewPr snapToGrid="0">
      <p:cViewPr varScale="1">
        <p:scale>
          <a:sx n="78" d="100"/>
          <a:sy n="78" d="100"/>
        </p:scale>
        <p:origin x="-185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472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F4C8B0-26AB-489C-8BB7-9157C5C24A5A}" type="datetimeFigureOut">
              <a:rPr lang="ru-RU" smtClean="0"/>
              <a:pPr/>
              <a:t>16.02.2026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EBF300-2A3D-4E30-B33B-44A3BF8682C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77289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BF300-2A3D-4E30-B33B-44A3BF8682CD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50724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EBF300-2A3D-4E30-B33B-44A3BF8682CD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4F2132-B08B-44AE-8DFF-5985EB7F18E9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16.02.2026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B433-7CEE-4734-AE7A-2B8F83E51B1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142926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C81BE0-19CB-41C4-AA4E-BE0B71BCB3F7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16.02.2026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B433-7CEE-4734-AE7A-2B8F83E51B1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026694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81EFC3-3EC2-4B02-91F7-45C8EC66BCCB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16.02.2026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B433-7CEE-4734-AE7A-2B8F83E51B1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616706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EB790B-BFEE-4FF1-A939-FDDB460E6094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16.02.2026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B433-7CEE-4734-AE7A-2B8F83E51B1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850187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8E0E-E853-4440-8064-A6A5DAAB7296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16.02.2026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B433-7CEE-4734-AE7A-2B8F83E51B1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9850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955DF-3083-42AA-908C-466CAD5C1158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16.02.2026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B433-7CEE-4734-AE7A-2B8F83E51B1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645334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03DA53-E4E5-4030-9DD8-CD119D574BE2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16.02.2026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B433-7CEE-4734-AE7A-2B8F83E51B1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59513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696B74-2F90-4550-A3A4-E14D7B66FB59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16.02.2026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B433-7CEE-4734-AE7A-2B8F83E51B1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20620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2DF38-955B-40BD-9BE1-603D20985C64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16.02.2026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B433-7CEE-4734-AE7A-2B8F83E51B1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2867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99273-727B-4022-A021-EE981985EA88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16.02.2026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B433-7CEE-4734-AE7A-2B8F83E51B1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76287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1825-99E7-4B52-966F-E5636A598440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16.02.2026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B433-7CEE-4734-AE7A-2B8F83E51B1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5876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B1862-FEAC-4B0D-9A88-033D24ED3381}" type="datetime1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16.02.2026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DB433-7CEE-4734-AE7A-2B8F83E51B1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40026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b="1" dirty="0">
                <a:solidFill>
                  <a:srgbClr val="002060"/>
                </a:solidFill>
              </a:rPr>
              <a:t>Исследование возможностей </a:t>
            </a:r>
            <a:r>
              <a:rPr lang="en-US" b="1" dirty="0">
                <a:solidFill>
                  <a:srgbClr val="002060"/>
                </a:solidFill>
              </a:rPr>
              <a:t>LLM</a:t>
            </a:r>
            <a:r>
              <a:rPr lang="ru-RU" b="1" dirty="0">
                <a:solidFill>
                  <a:srgbClr val="002060"/>
                </a:solidFill>
              </a:rPr>
              <a:t> для </a:t>
            </a:r>
            <a:r>
              <a:rPr lang="ru-RU" b="1" dirty="0" smtClean="0">
                <a:solidFill>
                  <a:srgbClr val="002060"/>
                </a:solidFill>
              </a:rPr>
              <a:t>инженерии</a:t>
            </a:r>
            <a:r>
              <a:rPr lang="en-US" b="1" dirty="0" smtClean="0">
                <a:solidFill>
                  <a:srgbClr val="002060"/>
                </a:solidFill>
              </a:rPr>
              <a:t> </a:t>
            </a:r>
            <a:r>
              <a:rPr lang="ru-RU" b="1" dirty="0" smtClean="0">
                <a:solidFill>
                  <a:srgbClr val="002060"/>
                </a:solidFill>
              </a:rPr>
              <a:t>ИС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  <p:sp>
        <p:nvSpPr>
          <p:cNvPr id="6" name="Объект 5"/>
          <p:cNvSpPr>
            <a:spLocks noGrp="1"/>
          </p:cNvSpPr>
          <p:nvPr>
            <p:ph idx="1"/>
          </p:nvPr>
        </p:nvSpPr>
        <p:spPr>
          <a:xfrm>
            <a:off x="472440" y="1536192"/>
            <a:ext cx="8891016" cy="482015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b="1" dirty="0" smtClean="0"/>
              <a:t>Подобрать кейс про разработку </a:t>
            </a:r>
            <a:r>
              <a:rPr lang="ru-RU" b="1" dirty="0" smtClean="0"/>
              <a:t>ИС (приложения) *</a:t>
            </a:r>
            <a:endParaRPr lang="ru-RU" b="1" dirty="0" smtClean="0"/>
          </a:p>
          <a:p>
            <a:pPr marL="0" indent="0">
              <a:buNone/>
            </a:pPr>
            <a:r>
              <a:rPr lang="ru-RU" dirty="0" smtClean="0"/>
              <a:t>С помощью </a:t>
            </a:r>
            <a:r>
              <a:rPr lang="ru-RU" dirty="0" err="1" smtClean="0"/>
              <a:t>промптинжинири</a:t>
            </a:r>
            <a:r>
              <a:rPr lang="ru-RU" dirty="0" err="1"/>
              <a:t>н</a:t>
            </a:r>
            <a:r>
              <a:rPr lang="ru-RU" dirty="0" err="1" smtClean="0"/>
              <a:t>га</a:t>
            </a:r>
            <a:r>
              <a:rPr lang="ru-RU" dirty="0" smtClean="0"/>
              <a:t> с </a:t>
            </a:r>
            <a:r>
              <a:rPr lang="en-US" dirty="0" smtClean="0"/>
              <a:t>LLM:</a:t>
            </a:r>
            <a:endParaRPr lang="ru-RU" dirty="0" smtClean="0"/>
          </a:p>
          <a:p>
            <a:pPr>
              <a:buFontTx/>
              <a:buChar char="-"/>
            </a:pPr>
            <a:r>
              <a:rPr lang="ru-RU" dirty="0" smtClean="0"/>
              <a:t>выделить основных </a:t>
            </a:r>
            <a:r>
              <a:rPr lang="ru-RU" dirty="0" err="1" smtClean="0"/>
              <a:t>интерессантов</a:t>
            </a:r>
            <a:r>
              <a:rPr lang="ru-RU" dirty="0" smtClean="0"/>
              <a:t>, описать </a:t>
            </a:r>
            <a:r>
              <a:rPr lang="ru-RU" dirty="0" smtClean="0"/>
              <a:t>текстами их </a:t>
            </a:r>
            <a:r>
              <a:rPr lang="ru-RU" dirty="0" smtClean="0"/>
              <a:t>интересы и </a:t>
            </a:r>
            <a:r>
              <a:rPr lang="ru-RU" dirty="0" smtClean="0"/>
              <a:t>потре</a:t>
            </a:r>
            <a:r>
              <a:rPr lang="ru-RU" dirty="0" smtClean="0"/>
              <a:t>б</a:t>
            </a:r>
            <a:r>
              <a:rPr lang="ru-RU" dirty="0" smtClean="0"/>
              <a:t>ности</a:t>
            </a:r>
            <a:r>
              <a:rPr lang="ru-RU" dirty="0" smtClean="0"/>
              <a:t>, </a:t>
            </a:r>
            <a:endParaRPr lang="en-US" dirty="0" smtClean="0"/>
          </a:p>
          <a:p>
            <a:pPr>
              <a:buFontTx/>
              <a:buChar char="-"/>
            </a:pPr>
            <a:r>
              <a:rPr lang="ru-RU" dirty="0" smtClean="0"/>
              <a:t>сгенерировать </a:t>
            </a:r>
            <a:r>
              <a:rPr lang="ru-RU" dirty="0" smtClean="0"/>
              <a:t>коды для </a:t>
            </a:r>
            <a:r>
              <a:rPr lang="ru-RU" dirty="0" smtClean="0"/>
              <a:t>создания диаграмм требований,  </a:t>
            </a:r>
            <a:r>
              <a:rPr lang="ru-RU" dirty="0" smtClean="0"/>
              <a:t>диаграмм прецедентов, по кодам построить диаграммы, вставить их в презентацию </a:t>
            </a:r>
            <a:endParaRPr lang="ru-RU" dirty="0" smtClean="0"/>
          </a:p>
          <a:p>
            <a:pPr>
              <a:buFontTx/>
              <a:buChar char="-"/>
            </a:pPr>
            <a:r>
              <a:rPr lang="ru-RU" dirty="0" smtClean="0"/>
              <a:t>разработать </a:t>
            </a:r>
            <a:r>
              <a:rPr lang="ru-RU" dirty="0" smtClean="0"/>
              <a:t>архитектуру ИС , которая будет учитывать о</a:t>
            </a:r>
            <a:r>
              <a:rPr lang="ru-RU" dirty="0"/>
              <a:t>п</a:t>
            </a:r>
            <a:r>
              <a:rPr lang="ru-RU" dirty="0" smtClean="0"/>
              <a:t>ределенные ранее требования, сгенерировать код для отображения архитектуры в выбранной совместно с </a:t>
            </a:r>
            <a:r>
              <a:rPr lang="en-US" dirty="0" smtClean="0"/>
              <a:t>LLM </a:t>
            </a:r>
            <a:r>
              <a:rPr lang="ru-RU" dirty="0" smtClean="0"/>
              <a:t>нотации</a:t>
            </a:r>
          </a:p>
          <a:p>
            <a:pPr>
              <a:buFontTx/>
              <a:buChar char="-"/>
            </a:pPr>
            <a:r>
              <a:rPr lang="ru-RU" dirty="0" smtClean="0"/>
              <a:t>С помощью </a:t>
            </a:r>
            <a:r>
              <a:rPr lang="en-US" dirty="0" smtClean="0"/>
              <a:t>LLM </a:t>
            </a:r>
            <a:r>
              <a:rPr lang="ru-RU" dirty="0" smtClean="0"/>
              <a:t>сформировать пример описания данных (онтологию сущностей и связей для данной ИС), </a:t>
            </a:r>
            <a:r>
              <a:rPr lang="ru-RU" dirty="0" smtClean="0"/>
              <a:t>визуализировать </a:t>
            </a:r>
            <a:r>
              <a:rPr lang="ru-RU" dirty="0" smtClean="0"/>
              <a:t>с помощью инструментов, предложенных </a:t>
            </a:r>
            <a:r>
              <a:rPr lang="en-US" dirty="0" smtClean="0"/>
              <a:t>LLM.</a:t>
            </a:r>
            <a:r>
              <a:rPr lang="ru-RU" dirty="0" smtClean="0"/>
              <a:t>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B433-7CEE-4734-AE7A-2B8F83E51B1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921240" y="2743200"/>
            <a:ext cx="17373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 smtClean="0"/>
              <a:t>Доступ к </a:t>
            </a:r>
            <a:r>
              <a:rPr lang="en-US" b="1" dirty="0" smtClean="0"/>
              <a:t>LLM</a:t>
            </a:r>
            <a:endParaRPr lang="ru-RU" b="1" dirty="0" smtClean="0"/>
          </a:p>
          <a:p>
            <a:r>
              <a:rPr lang="en-US" dirty="0" smtClean="0"/>
              <a:t>You.com</a:t>
            </a:r>
            <a:endParaRPr lang="ru-RU" dirty="0" smtClean="0"/>
          </a:p>
          <a:p>
            <a:r>
              <a:rPr lang="en-US" dirty="0" smtClean="0"/>
              <a:t>Alice.ya.ru</a:t>
            </a:r>
            <a:endParaRPr lang="en-US" dirty="0" smtClean="0"/>
          </a:p>
          <a:p>
            <a:r>
              <a:rPr lang="en-US" dirty="0" smtClean="0"/>
              <a:t>DeepSeek.ai</a:t>
            </a:r>
          </a:p>
          <a:p>
            <a:r>
              <a:rPr lang="en-US" dirty="0" smtClean="0"/>
              <a:t>qwenim.ai</a:t>
            </a:r>
            <a:endParaRPr lang="ru-RU" dirty="0" smtClean="0"/>
          </a:p>
          <a:p>
            <a:r>
              <a:rPr lang="en-US" dirty="0" err="1" smtClean="0"/>
              <a:t>GigaChat</a:t>
            </a:r>
            <a:endParaRPr lang="en-US" dirty="0" smtClean="0"/>
          </a:p>
          <a:p>
            <a:r>
              <a:rPr lang="ru-RU" dirty="0"/>
              <a:t> </a:t>
            </a:r>
            <a:r>
              <a:rPr lang="ru-RU" dirty="0" smtClean="0"/>
              <a:t>и др.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9726168" y="1987296"/>
            <a:ext cx="173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plantuml.com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195072" y="5876544"/>
            <a:ext cx="10533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* Это может быть система ИИ или система автоматизации некоторых процессов на предприятии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2003010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7368" y="157861"/>
            <a:ext cx="11049000" cy="915035"/>
          </a:xfrm>
        </p:spPr>
        <p:txBody>
          <a:bodyPr>
            <a:normAutofit/>
          </a:bodyPr>
          <a:lstStyle/>
          <a:p>
            <a:r>
              <a:rPr lang="ru-RU" b="1" dirty="0" smtClean="0">
                <a:solidFill>
                  <a:srgbClr val="002060"/>
                </a:solidFill>
              </a:rPr>
              <a:t>Примерная последовательность </a:t>
            </a:r>
            <a:r>
              <a:rPr lang="ru-RU" b="1" dirty="0" smtClean="0">
                <a:solidFill>
                  <a:srgbClr val="002060"/>
                </a:solidFill>
              </a:rPr>
              <a:t> выполнения</a:t>
            </a:r>
            <a:endParaRPr lang="ru-RU" b="1" dirty="0">
              <a:solidFill>
                <a:srgbClr val="002060"/>
              </a:solidFill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99288" y="1032320"/>
            <a:ext cx="11451336" cy="5624512"/>
          </a:xfrm>
        </p:spPr>
        <p:txBody>
          <a:bodyPr>
            <a:normAutofit/>
          </a:bodyPr>
          <a:lstStyle/>
          <a:p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Спросить у </a:t>
            </a:r>
            <a:r>
              <a:rPr lang="en-US" dirty="0" smtClean="0">
                <a:solidFill>
                  <a:schemeClr val="bg1">
                    <a:lumMod val="75000"/>
                  </a:schemeClr>
                </a:solidFill>
              </a:rPr>
              <a:t>LLM </a:t>
            </a:r>
            <a:r>
              <a:rPr lang="ru-RU" dirty="0" smtClean="0">
                <a:solidFill>
                  <a:schemeClr val="bg1">
                    <a:lumMod val="75000"/>
                  </a:schemeClr>
                </a:solidFill>
              </a:rPr>
              <a:t>рекомендации как решать поставленную задачу</a:t>
            </a:r>
          </a:p>
          <a:p>
            <a:r>
              <a:rPr lang="ru-RU" dirty="0" smtClean="0"/>
              <a:t>Создать </a:t>
            </a:r>
            <a:r>
              <a:rPr lang="ru-RU" dirty="0" err="1" smtClean="0"/>
              <a:t>промпт</a:t>
            </a:r>
            <a:r>
              <a:rPr lang="ru-RU" dirty="0" smtClean="0"/>
              <a:t> – Т.З. (с учетом системного и </a:t>
            </a:r>
            <a:r>
              <a:rPr lang="ru-RU" dirty="0" err="1" smtClean="0"/>
              <a:t>пользователького</a:t>
            </a:r>
            <a:r>
              <a:rPr lang="ru-RU" dirty="0" smtClean="0"/>
              <a:t> промптов)</a:t>
            </a:r>
          </a:p>
          <a:p>
            <a:r>
              <a:rPr lang="ru-RU" dirty="0" smtClean="0"/>
              <a:t>Получить результат в текстовой форме (в форме структурированного текста, </a:t>
            </a:r>
            <a:r>
              <a:rPr lang="ru-RU" dirty="0" smtClean="0"/>
              <a:t>кода</a:t>
            </a:r>
            <a:r>
              <a:rPr lang="ru-RU" dirty="0" smtClean="0"/>
              <a:t>)</a:t>
            </a:r>
          </a:p>
          <a:p>
            <a:r>
              <a:rPr lang="ru-RU" dirty="0" smtClean="0"/>
              <a:t>Оценить</a:t>
            </a:r>
            <a:r>
              <a:rPr lang="en-US" dirty="0" smtClean="0"/>
              <a:t> </a:t>
            </a:r>
            <a:r>
              <a:rPr lang="ru-RU" dirty="0" smtClean="0"/>
              <a:t>результат. </a:t>
            </a:r>
            <a:r>
              <a:rPr lang="ru-RU" dirty="0" smtClean="0"/>
              <a:t>При необходимости </a:t>
            </a:r>
            <a:r>
              <a:rPr lang="ru-RU" dirty="0" smtClean="0"/>
              <a:t>- в </a:t>
            </a:r>
            <a:r>
              <a:rPr lang="ru-RU" dirty="0" smtClean="0"/>
              <a:t>диалоге доработать. </a:t>
            </a:r>
          </a:p>
          <a:p>
            <a:r>
              <a:rPr lang="ru-RU" dirty="0" smtClean="0"/>
              <a:t>Полученные коды использовать для визуализации с помощью рекомендованного сервиса</a:t>
            </a:r>
          </a:p>
          <a:p>
            <a:r>
              <a:rPr lang="ru-RU" dirty="0" smtClean="0"/>
              <a:t>По итогам сохранить полученные, эффективные </a:t>
            </a:r>
            <a:r>
              <a:rPr lang="ru-RU" dirty="0" err="1" smtClean="0"/>
              <a:t>промпты</a:t>
            </a:r>
            <a:r>
              <a:rPr lang="ru-RU" dirty="0" smtClean="0"/>
              <a:t>.</a:t>
            </a:r>
          </a:p>
          <a:p>
            <a:r>
              <a:rPr lang="ru-RU" dirty="0" smtClean="0"/>
              <a:t>Подготовить краткую презентацию – </a:t>
            </a:r>
            <a:r>
              <a:rPr lang="ru-RU" b="1" dirty="0" err="1" smtClean="0"/>
              <a:t>промпты</a:t>
            </a:r>
            <a:r>
              <a:rPr lang="ru-RU" dirty="0" smtClean="0"/>
              <a:t>, </a:t>
            </a:r>
            <a:r>
              <a:rPr lang="ru-RU" dirty="0" smtClean="0"/>
              <a:t>результаты</a:t>
            </a:r>
          </a:p>
          <a:p>
            <a:r>
              <a:rPr lang="ru-RU" dirty="0" smtClean="0"/>
              <a:t>Сделать вывод о применимости </a:t>
            </a:r>
            <a:r>
              <a:rPr lang="en-US" dirty="0" smtClean="0"/>
              <a:t>LLM</a:t>
            </a:r>
            <a:r>
              <a:rPr lang="ru-RU" dirty="0" smtClean="0"/>
              <a:t>, рекомендации по </a:t>
            </a:r>
            <a:r>
              <a:rPr lang="ru-RU" dirty="0" err="1" smtClean="0"/>
              <a:t>промптам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DB433-7CEE-4734-AE7A-2B8F83E51B17}" type="slidenum">
              <a:rPr lang="ru-RU" smtClean="0">
                <a:solidFill>
                  <a:prstClr val="black">
                    <a:tint val="75000"/>
                  </a:prstClr>
                </a:solidFill>
              </a:rPr>
              <a:pPr/>
              <a:t>2</a:t>
            </a:fld>
            <a:endParaRPr lang="ru-RU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36984759"/>
      </p:ext>
    </p:extLst>
  </p:cSld>
  <p:clrMapOvr>
    <a:masterClrMapping/>
  </p:clrMapOvr>
</p:sld>
</file>

<file path=ppt/theme/theme1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29521</TotalTime>
  <Words>207</Words>
  <Application>Microsoft Office PowerPoint</Application>
  <PresentationFormat>Произвольный</PresentationFormat>
  <Paragraphs>29</Paragraphs>
  <Slides>2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2_Тема Office</vt:lpstr>
      <vt:lpstr>Исследование возможностей LLM для инженерии ИС </vt:lpstr>
      <vt:lpstr>Примерная последовательность  выполнения</vt:lpstr>
    </vt:vector>
  </TitlesOfParts>
  <Company>Grizli777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kristkrin@gmail.com</dc:creator>
  <cp:lastModifiedBy>Ингрис</cp:lastModifiedBy>
  <cp:revision>1645</cp:revision>
  <dcterms:created xsi:type="dcterms:W3CDTF">2020-03-20T11:43:59Z</dcterms:created>
  <dcterms:modified xsi:type="dcterms:W3CDTF">2026-02-16T08:38:17Z</dcterms:modified>
</cp:coreProperties>
</file>